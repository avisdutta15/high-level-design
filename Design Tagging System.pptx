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 b="1" dirty="0"/>
              <a:t>Design Tagging System</a:t>
            </a:r>
            <a:endParaRPr lang="en-IN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/>
              <a:t>Approach 1: 1 Db to handle read/write</a:t>
            </a:r>
            <a:endParaRPr lang="en-IN" altLang="en-US" b="1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rcRect l="15859" t="17117" r="35782" b="47439"/>
          <a:stretch>
            <a:fillRect/>
          </a:stretch>
        </p:blipFill>
        <p:spPr>
          <a:xfrm>
            <a:off x="854075" y="1894840"/>
            <a:ext cx="10499725" cy="43294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/>
              <a:t>Approach 2: Read replicas for read heavy</a:t>
            </a:r>
            <a:endParaRPr lang="en-IN" altLang="en-US" b="1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rcRect l="13955" t="25069" r="34223" b="23756"/>
          <a:stretch>
            <a:fillRect/>
          </a:stretch>
        </p:blipFill>
        <p:spPr>
          <a:xfrm>
            <a:off x="2160905" y="1778000"/>
            <a:ext cx="7870190" cy="43719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WPS Presentation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Tagging System</dc:title>
  <dc:creator/>
  <cp:lastModifiedBy>avish</cp:lastModifiedBy>
  <cp:revision>2</cp:revision>
  <dcterms:created xsi:type="dcterms:W3CDTF">2025-01-16T16:50:35Z</dcterms:created>
  <dcterms:modified xsi:type="dcterms:W3CDTF">2025-01-16T17:18:10Z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1033-11.2.0.9327</vt:lpwstr>
  </property>
</Properties>
</file>